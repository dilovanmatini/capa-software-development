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4B25D3-DA4B-27AF-EDF1-BC7B1547772F}" v="76" dt="2026-07-14T15:58:21.491"/>
    <p1510:client id="{1AB35298-528B-2DAC-B7A7-A7F5858D6372}" v="2" dt="2026-07-14T14:57:09.329"/>
    <p1510:client id="{2EE97AC8-FAE3-85C4-9578-4921E9FDA9D3}" v="47" dt="2026-07-14T14:54:13.419"/>
    <p1510:client id="{5471A1A6-6191-2895-8B97-EFABB3A9F659}" v="13" dt="2026-07-14T14:46:50.158"/>
    <p1510:client id="{7A48F6ED-D474-A1E1-1F38-C9EBC0B613A0}" v="241" dt="2026-07-15T10:33:23.301"/>
    <p1510:client id="{F806539D-7A08-F0D7-7F4C-88401E13E9A7}" v="15" dt="2026-07-14T20:50:32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21B56-C851-4EE0-9E54-06AE0EAC8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683B2-0FCA-4997-B481-1792641A6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0A83B-9D27-43DF-8971-AD0CA74A6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CC8A4-A33F-4886-B126-7AE0E5FC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ACD21-CFE2-43A8-AF02-7F405D44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070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2E90-2F3B-49F5-9A8E-CB9753347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1585"/>
            <a:ext cx="10515600" cy="39759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F6054-D658-46EC-AC88-1D5A92CF0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2767"/>
            <a:ext cx="10515600" cy="39787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5335E-CDC7-49EA-B38B-4820FD25C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A4439-3322-4F22-BC18-8F328E10E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7F22E-F24D-4637-9D29-9FA72E1F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16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9DAC-9458-4A99-833F-75CF6676D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0DDE9-F86F-4302-918F-64543F849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6A5BC-4EE2-41C7-8B06-A66CE37E2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D2CDB-6997-4E26-8803-5132E89F7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59F1B-423F-4D24-B7A0-5BA70157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8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605C3-76B2-495A-92AF-908B2A6A7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77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1FECC-0B8B-449F-BE50-652B0E032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5E03A-1AA6-4527-A6BE-B5C92BE27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84951-2F55-4F2C-A212-0ED0287F6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06CD5-7556-4D66-977B-64072BDB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88330-BD42-4DFB-AB31-4229C31DB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89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0B56A-E4C9-4C06-8A13-34B41A924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ACB3C-FBBD-4E2B-A2AF-33CDF10C9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9AD76-97B2-4522-B7C4-DC340FC1E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FFA4B-F131-4BD4-BF80-53EAAFB72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20532-F5D2-4AA7-8688-1424B164FF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574260-B362-4F2E-A8F0-9D64D8D2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7FDD7-E0EB-463E-A72A-7EE7EA165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8A0835-7D16-4AE8-A040-34B9692C7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04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16B4-99BC-4223-8481-EFC17A00F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2545C-1E71-4E9D-AEC0-F23EF104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CE208D-0388-4EEF-A8E5-8FAF97CCE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36D3E-5FE8-4329-82B0-D6EAC13FB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95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F42E0-2DC1-424D-ABBB-B5688BFBC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4B65CB-3A29-4DB2-A766-01074E0BD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21162-1C9C-498C-BF18-7B5911829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03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2FDF0-10F7-448B-B56C-34D173067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AAD63-D7BE-4DF7-8EE3-5BB7707AD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0246F-903A-4229-8034-D7B8B5D46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6B428-152F-431D-B876-0FF3A652D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38550-F9E1-4EE9-A29A-32C93B451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0E4A1-83D7-4D21-9896-BC177C502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0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73CB-46B3-4E51-94E2-3EE743C0B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068915-724A-46C4-83A0-5B2028558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EBD9A1-1164-4F38-BA7C-085DCF9D4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0E5DE1-002C-4E0C-A34C-A4B0C3F3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2DB4E-2C9D-4923-AAD1-C12C65140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9EE3E-2532-4F66-8DD0-4B3E8D8E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622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E8E3-9851-497F-AFC6-9297107B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77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39AEDE-74E2-41F9-BF75-0A1961B8F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A68C9-E895-4197-A37A-5C9B2A18E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975F3-8231-4B6C-AF84-E58A5105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FCC66-DEE9-4E31-B288-40E39706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36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A2D5C8-F1D3-4860-BBFE-C0A3996CBC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06902-9020-4F06-BD6F-C49CEB97D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20BA5-84DD-4490-BD69-197A11B9E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469E8-A19A-4D89-BAB3-99B8D7967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D3C7-C6B2-4A40-973C-6F92708C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98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8B0958-73F5-45AC-B289-CDC3B9EC2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482" y="2373746"/>
            <a:ext cx="10812317" cy="318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C42E4-D848-41D4-A8FC-C0054875A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481" y="2927928"/>
            <a:ext cx="10812319" cy="2983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7D779-62A3-4F9B-B569-25D755162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5F849-3190-47F9-B9E3-39DA06EC14D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F5F9D-986C-4726-9B48-635C5ED73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9E63-0CEE-4AC5-BA5E-3EBA5A80C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40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C9A70E-BB7A-EE3B-754A-7D5C46B76BDE}"/>
              </a:ext>
            </a:extLst>
          </p:cNvPr>
          <p:cNvSpPr txBox="1"/>
          <p:nvPr/>
        </p:nvSpPr>
        <p:spPr>
          <a:xfrm>
            <a:off x="2179782" y="3038326"/>
            <a:ext cx="7832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entury Gothic" panose="020B0502020202020204" pitchFamily="34" charset="0"/>
              </a:rPr>
              <a:t>Digitalization Program</a:t>
            </a:r>
          </a:p>
        </p:txBody>
      </p:sp>
    </p:spTree>
    <p:extLst>
      <p:ext uri="{BB962C8B-B14F-4D97-AF65-F5344CB8AC3E}">
        <p14:creationId xmlns:p14="http://schemas.microsoft.com/office/powerpoint/2010/main" val="2182775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9519-A2B9-2BCA-47C6-6FBA8B0AD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95" y="3324585"/>
            <a:ext cx="10515600" cy="1426319"/>
          </a:xfrm>
        </p:spPr>
        <p:txBody>
          <a:bodyPr>
            <a:normAutofit/>
          </a:bodyPr>
          <a:lstStyle/>
          <a:p>
            <a:pPr algn="ctr"/>
            <a:r>
              <a:rPr lang="en-US" sz="2200" dirty="0">
                <a:latin typeface="Century Gothic"/>
              </a:rPr>
              <a:t>Digitalization Skills Program</a:t>
            </a:r>
            <a:br>
              <a:rPr lang="en-US" sz="2200" dirty="0"/>
            </a:br>
            <a:r>
              <a:rPr lang="en-US" sz="2200">
                <a:latin typeface="Century Gothic"/>
              </a:rPr>
              <a:t>July 15th,</a:t>
            </a:r>
            <a:r>
              <a:rPr lang="en-US" sz="2200" dirty="0">
                <a:latin typeface="Century Gothic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150743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74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10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Cambria</vt:lpstr>
      <vt:lpstr>Century Gothic</vt:lpstr>
      <vt:lpstr>Office Theme</vt:lpstr>
      <vt:lpstr>PowerPoint Presentation</vt:lpstr>
      <vt:lpstr>Digitalization Skills Program July 15th, 2026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Mohammed Salih</dc:creator>
  <cp:lastModifiedBy>Karwan MohammedSalih</cp:lastModifiedBy>
  <cp:revision>148</cp:revision>
  <dcterms:created xsi:type="dcterms:W3CDTF">2023-10-10T07:02:46Z</dcterms:created>
  <dcterms:modified xsi:type="dcterms:W3CDTF">2026-07-30T07:39:59Z</dcterms:modified>
</cp:coreProperties>
</file>